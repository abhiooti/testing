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2818" y="0"/>
            <a:ext cx="4266133" cy="3086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43500"/>
            <a:ext cx="7313371" cy="171450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7511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Calibri"/>
              </a:rPr>
              <a:t>SPACEX  ×  RED BULL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RED FALCON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C0000"/>
                </a:solidFill>
                <a:latin typeface="Calibri"/>
              </a:rPr>
              <a:t>Where the Sky Is No Longer the Limit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5486400" cy="3657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0C0C0"/>
                </a:solidFill>
                <a:latin typeface="Calibri"/>
              </a:rPr>
              <a:t>A Near-Space Experience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Strategic Innovation Case Study  |  SpaceX × Red Bull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10972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RED FALCON is a premium near-space tourism and extreme-altitude experience platform co-launched by SpaceX and Red Bull. Using SpaceX's reusable suborbital vehicle technology, customers ascend to 100 km (the Kármán line) for 4–6 minutes of weightlessness, a 360° view of Earth's curvature, and a Red Bull-produced cinematic media package — all under one brand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3749039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41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 SPACECRAFT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SpaceX reusable suborbital capsule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Seats up to 4 passengers per flight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Fully autonomous — no pilot license required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90-min total mission duration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2423160"/>
            <a:ext cx="3749039" cy="411480"/>
          </a:xfrm>
          <a:prstGeom prst="rect">
            <a:avLst/>
          </a:prstGeom>
          <a:solidFill>
            <a:srgbClr val="7B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441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9260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Red Bull curated extreme-altitude jump option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Live 360° immersive broadcast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Professional photo &amp; video package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Certificate of astronaut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2423160"/>
            <a:ext cx="3749039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441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💎  LIFESTYLE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9260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3-day pre-flight training programme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Red Bull athlete mentors &amp; coaches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Exclusive APEX lounge &amp; merchandise</a:t>
            </a:r>
          </a:p>
          <a:p>
            <a:pPr algn="l"/>
            <a:r>
              <a:rPr sz="1200">
                <a:solidFill>
                  <a:srgbClr val="C0C0C0"/>
                </a:solidFill>
                <a:latin typeface="Calibri"/>
              </a:rPr>
              <a:t>▸ Annual community membership 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&amp;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57784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Space tourism is inaccessible — Virgin Galactic &amp; Blue Origin charge $450K–$500K per seat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No brand in the market owns the 'extreme + space' lifestyle intersection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UHNW (Ultra-High-Net-Worth) consumers crave hyper-exclusive once-in-a-lifetime experiences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Red Bull has peaked on Earth — Stratos (2012) generated 52M+ live views but no product followup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SpaceX Starship has excess capacity in test flights with no commercial passenger model yet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51560"/>
            <a:ext cx="557784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698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  <a:latin typeface="Calibri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$8.6 billion space tourism market projected by 2030 (Allied Market Research)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Red Bull Stratos proved global appetite for branded near-space content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SpaceX's reusable launch cost is 10× cheaper than competitors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Gen Z &amp; millennial UHNW segment growing fastest — 35% more experientially driven</a:t>
            </a:r>
          </a:p>
          <a:p>
            <a:pPr algn="l"/>
            <a:r>
              <a:rPr sz="1250">
                <a:solidFill>
                  <a:srgbClr val="C0C0C0"/>
                </a:solidFill>
                <a:latin typeface="Calibri"/>
              </a:rPr>
              <a:t>▸ First-mover advantage in 'branded near-space experience'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60520"/>
            <a:ext cx="11612880" cy="73152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$8.6B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Space Tourism
Market by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52M+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4507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Red Bull Stratos
Live Viewers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10×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07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SpaceX cost
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4507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UHNW experience
spend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Calibri"/>
              </a:rPr>
              <a:t>&lt;5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507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True competitors
in segment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STRATEGIC BRAND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12064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C0C0"/>
                </a:solidFill>
                <a:latin typeface="Calibri"/>
              </a:rPr>
              <a:t>🚀  SPACEX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5120640" cy="4572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MISSION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RED FALCON advances SpaceX's vision of making humans a multi-planetary species by commercialising near-space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TECHNOLOGY LEVERAGE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Reuses existing Falcon 9/Dragon heritage tech — no new R&amp;D required, pure revenue upside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BRAND ELEVATION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Red Bull's lifestyle credibility attracts audiences SpaceX's engineer-focused brand cannot reach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MARKET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Enters the $8.6B space tourism market with minimal capital risk through an established partner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3992" y="1051560"/>
            <a:ext cx="5120640" cy="5029200"/>
          </a:xfrm>
          <a:prstGeom prst="rect">
            <a:avLst/>
          </a:prstGeom>
          <a:solidFill>
            <a:srgbClr val="3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143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0000"/>
                </a:solidFill>
                <a:latin typeface="Calibri"/>
              </a:rPr>
              <a:t>🐂  RED BULL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1627632"/>
            <a:ext cx="512064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BRAND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84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Moves Red Bull beyond energy drinks into ultra-premium lifestyle experiences — a $10B market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CONTENT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535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Every RED FALCON flight generates global media content — amplifying Red Bull's 'gives you wings'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COMMUNITY BUILDING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221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APEX membership builds an exclusive community of extreme-sport aspirants &amp; space explorers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REVENUE DIVERSIFICATION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90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Breaks dependency on energy drink sales by creating a high-margin experience revenue 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1051560"/>
            <a:ext cx="1399032" cy="5029200"/>
          </a:xfrm>
          <a:prstGeom prst="rect">
            <a:avLst/>
          </a:prstGeom>
          <a:solidFill>
            <a:srgbClr val="1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3248" y="141732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SHARED
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219456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  <a:latin typeface="Calibri"/>
              </a:rPr>
              <a:t>Push
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88036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  <a:latin typeface="Calibri"/>
              </a:rPr>
              <a:t>Bold
Risk-
Taking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356616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  <a:latin typeface="Calibri"/>
              </a:rPr>
              <a:t>Global
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425196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  <a:latin typeface="Calibri"/>
              </a:rPr>
              <a:t>Premium
Brand
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4937760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  <a:latin typeface="Calibri"/>
              </a:rPr>
              <a:t>Inspire
Humans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  — 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4320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DEMOGRAPHIC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Age: 28–55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UHNW / HNW individuals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Net worth $5M+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C-suite, founders,
celebrities, athletes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463040"/>
            <a:ext cx="274320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481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PSYCHOGRAPHIC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8288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Extreme-sport enthusiasts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Bucket-list collectors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Status-driven achievers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Tech &amp; science admirers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463040"/>
            <a:ext cx="274320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481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GEOGRAPHIC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18288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Tier 1 cities globally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USA, UAE, UK,
Singapore, Germany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Initial launch: USA, UAE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463040"/>
            <a:ext cx="274320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1481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BEHAVIOURAL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18288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Premium experience buyers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Red Bull media followers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SpaceX brand advocates</a:t>
            </a:r>
          </a:p>
          <a:p>
            <a:pPr algn="l"/>
            <a:r>
              <a:rPr sz="1050">
                <a:solidFill>
                  <a:srgbClr val="C0C0C0"/>
                </a:solidFill>
                <a:latin typeface="Calibri"/>
              </a:rPr>
              <a:t>• Willing to pay for
exclusivity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63240"/>
            <a:ext cx="11612880" cy="36576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81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  —  TARGETING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93008"/>
            <a:ext cx="365760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112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8587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  <a:latin typeface="Calibri"/>
              </a:rPr>
              <a:t>Ultra-High-Net-Worth Thrill Seekers (28–50)
Entrepreneurs, tech founders, professional athletes &amp; A-list celebrities seeking the ultimate status experience. Avg spend capacity: $250K+ per flight.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3493008"/>
            <a:ext cx="365760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35112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8587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  <a:latin typeface="Calibri"/>
              </a:rPr>
              <a:t>Aspiring Explorers via APEX Membership (25–40)
High-income professionals &amp; Red Bull culture fans engaging through $5K/yr membership, gear, events &amp; digital content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3493008"/>
            <a:ext cx="36576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35112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TERTIARY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38587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  <a:latin typeface="Calibri"/>
              </a:rPr>
              <a:t>Global Media &amp; Brand Audiences (all ages)
Billions reached via Red Bull media broadcasts, YouTube, social streams — indirect revenue through advertising &amp; sponsorships.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73168"/>
            <a:ext cx="11612880" cy="365760"/>
          </a:xfrm>
          <a:prstGeom prst="rect">
            <a:avLst/>
          </a:prstGeom>
          <a:solidFill>
            <a:srgbClr val="6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9145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  —  POSITIONING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93792"/>
            <a:ext cx="11612880" cy="82296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3951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"For thrill-seekers and visionaries who refuse to be bound by gravity, RED FALCON is the only near-space experience that blends the engineering excellence of SpaceX with the extreme lifestyle culture of Red Bull — delivering not just a flight, but a transformation. Unlike traditional space tourism, RED FALCON is an immersive, media-rich, community-driven mission that turns passengers into legends."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GO-TO-MARKET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PHASE 1
Months 1–6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15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IGNITION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Announce RED FALCON joint venture globally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Drop 60-second teaser film (Red Bull Media House)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Open $50K waitlist deposit for Year 1 flights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Select 12 'Founding Falcon' VIP customers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Launch redffalcon.com + social 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097280"/>
            <a:ext cx="3749039" cy="50292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PHASE 2
Months 7–18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115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6916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Complete 3 crewed flights (12 passengers total)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Live-stream every flight on Red Bull TV + YouTube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Release documentary series (Netflix partnership)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Launch APEX Membership ($5K/yr) globally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Host RED FALCON Gala in Dubai &amp; NYC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097280"/>
            <a:ext cx="3749039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PHASE 3
Months 19–36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7504" y="1115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6916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Increase to 20 flights/year (80 passengers)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Introduce RED FALCON Jump (HALO skydive from capsule)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Build dedicated RED FALCON training centres (3 cities)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Partner with luxury brands (Rolex, Louis Vuitton)</a:t>
            </a:r>
          </a:p>
          <a:p>
            <a:pPr algn="l"/>
            <a:r>
              <a:rPr sz="1150">
                <a:solidFill>
                  <a:srgbClr val="C0C0C0"/>
                </a:solidFill>
                <a:latin typeface="Calibri"/>
              </a:rPr>
              <a:t>▸ Target $500M revenue run rate by Year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12880" cy="347472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5020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MARKETING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89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📱 Social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63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Red Bull's 50M+ Instagram, YouTube, TikTok — organic &amp;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4389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🎬 Red Bull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4663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Full-length documentary + short-form series on Netflix &amp; YouTube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4389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🎯 Influencer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663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12 founding passengers = world's most exclusive influencer campaign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212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🎪 Live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486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Red Bull Crashed Ice, Air Race — integrated RED FALCON activations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5212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📰 PR &amp; 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5486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SpaceX x Red Bull launch = billions in earned global 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REVENUE &amp; MONETISATION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6984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06984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REVENUE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6984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0698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YR 3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06984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11612880" cy="56692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731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361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FLIGHT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$250K per seat × 4 seats × 20 flights/yr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536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$20M/yr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57400"/>
            <a:ext cx="11612880" cy="56692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057400"/>
            <a:ext cx="73152" cy="5669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1671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 FALCON JUMP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1671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$500K per HALO jump add-on × 8/yr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$4M/yr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70048"/>
            <a:ext cx="11612880" cy="56692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70048"/>
            <a:ext cx="73152" cy="566928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761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7797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APEX MEMBERSHIP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779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$5,000/yr × 50,000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61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$250M/yr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82696"/>
            <a:ext cx="11612880" cy="56692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82696"/>
            <a:ext cx="73152" cy="566928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741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3924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MEDIA &amp; LICENSING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3924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Netflix deal + brand licensing + streaming rights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3741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$30M/yr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95344"/>
            <a:ext cx="11612880" cy="56692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895344"/>
            <a:ext cx="73152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986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0050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MERCHANDISE &amp; NFTs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005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RED FALCON branded gear + digital collectibles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9867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$15M/yr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507992"/>
            <a:ext cx="11612880" cy="56692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507992"/>
            <a:ext cx="73152" cy="566928"/>
          </a:xfrm>
          <a:prstGeom prst="rect">
            <a:avLst/>
          </a:prstGeom>
          <a:solidFill>
            <a:srgbClr val="4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599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6177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SPONSORSHIPS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0C0"/>
                </a:solidFill>
                <a:latin typeface="Calibri"/>
              </a:rPr>
              <a:t>Co-branding with Rolex, Amex Centurion, Lamborghini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599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  <a:latin typeface="Calibri"/>
              </a:rPr>
              <a:t>$25M/yr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193792"/>
            <a:ext cx="1161288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230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TOTAL PROJECTED REVENUE  —  YEAR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1937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D700"/>
                </a:solidFill>
                <a:latin typeface="Calibri"/>
              </a:rPr>
              <a:t>~$344M / yr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57607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0C0"/>
                </a:solidFill>
                <a:latin typeface="Calibri"/>
              </a:rPr>
              <a:t>Cost split: SpaceX 60% (launch ops)  |  Red Bull 40% (brand, media, events)  |  Projected EBITDA margin: 38%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POTENTIAL — WHY IT WILL SUCCEED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2103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070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PROVEN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Virgin Galactic has 800+ paid deposits at $450K. Red Bull Stratos drew 52M live viewers. Demand for extreme near-space experiences is massive and unmet.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097280"/>
            <a:ext cx="3749039" cy="210312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188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2070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UNBEATABLE COST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75564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SpaceX's reusable Falcon 9 launch cost is ~$2,700/kg vs competitors' $54,000/kg — an insurmountable 20× cost advantage that enables lower pricing and higher margins.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097280"/>
            <a:ext cx="3749039" cy="210312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188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12070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DUAL BRAND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75564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SpaceX (trust, tech credibility) + Red Bull (cool, extreme lifestyle) = a brand partnership with zero overlap. Together they own the full value chain of desire.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29000"/>
            <a:ext cx="3749039" cy="2103120"/>
          </a:xfrm>
          <a:prstGeom prst="rect">
            <a:avLst/>
          </a:prstGeom>
          <a:solidFill>
            <a:srgbClr val="6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20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38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CONTENT AS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8736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Every RED FALCON flight is a global media event. Red Bull's 13M YouTube subscribers and media infrastructure turn each mission into a free marketing campaign worth $50M+.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3429000"/>
            <a:ext cx="3749039" cy="2103120"/>
          </a:xfrm>
          <a:prstGeom prst="rect">
            <a:avLst/>
          </a:prstGeom>
          <a:solidFill>
            <a:srgbClr val="0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520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3538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REGULATORY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08736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SpaceX holds all required FAA commercial launch licenses. The regulatory path is clear — unlike competitors still awaiting approvals. Time-to-market: 18 months.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429000"/>
            <a:ext cx="3749039" cy="2103120"/>
          </a:xfrm>
          <a:prstGeom prst="rect">
            <a:avLst/>
          </a:prstGeom>
          <a:solidFill>
            <a:srgbClr val="1F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520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3538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SCALABLE 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087368"/>
            <a:ext cx="3520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The APEX membership creates a recurring revenue base. As launch cadence grows, cost per seat drops, unlocking broader market segments and exponential growth.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915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1540"/>
            <a:ext cx="12188952" cy="411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91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RISK ANALYSIS &amp;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6984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6984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69848"/>
            <a:ext cx="6675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74980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44752"/>
            <a:ext cx="73152" cy="7498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SAFETY INCIDENT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27632"/>
            <a:ext cx="146304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HIGH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17904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SpaceX's 200+ successful crewed missions and full-abort systems. Comprehensive insurance &amp; waiver framework. 'Failure-to-launch' refund guarantee.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11612880" cy="74980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73152" cy="749808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REGULATORY BLOCK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423160"/>
            <a:ext cx="146304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MEDIUM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313432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SpaceX's established FAA relationship &amp; existing commercial crew launch licences significantly reduce regulatory risk. Dedicated government affairs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35808"/>
            <a:ext cx="11612880" cy="74980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035808"/>
            <a:ext cx="73152" cy="749808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72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 SLOWDOWN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18688"/>
            <a:ext cx="1463040" cy="32004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18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MEDIUM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08960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APEX membership creates recession-resistant recurring revenue. Flexible pricing tiers expand addressable market. Target 5-year payback on all capex.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31335"/>
            <a:ext cx="11612880" cy="74980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31335"/>
            <a:ext cx="73152" cy="749808"/>
          </a:xfrm>
          <a:prstGeom prst="rect">
            <a:avLst/>
          </a:prstGeom>
          <a:solidFill>
            <a:srgbClr val="4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6849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BRAND DILUTION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014215"/>
            <a:ext cx="1463040" cy="320040"/>
          </a:xfrm>
          <a:prstGeom prst="rect">
            <a:avLst/>
          </a:prstGeom>
          <a:solidFill>
            <a:srgbClr val="4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01421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LOW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904487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Strict waitlist curation preserves exclusivity. Red Bull co-brand keeps 'cool' factor. Limited annual flights by design — scarcity is a feature, not a risk.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26864"/>
            <a:ext cx="11612880" cy="749808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626864"/>
            <a:ext cx="73152" cy="7498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6402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COMPETITOR ENTRY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809744"/>
            <a:ext cx="1463040" cy="320040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48097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LOW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700016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SpaceX's 20× cost advantage and Red Bull's 35-year brand equity create a moat that would take a competitor 5–8 years and $10B+ to replicate.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  <a:latin typeface="Calibri"/>
              </a:rPr>
              <a:t>SpaceX × Red Bull  |  RED FALCON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11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C0C0"/>
                </a:solidFill>
                <a:latin typeface="Calibri"/>
              </a:rPr>
              <a:t>SPACEX  ×  RED BULL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READY
TO
FLY?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0000"/>
                </a:solidFill>
                <a:latin typeface="Calibri"/>
              </a:rPr>
              <a:t>RED FALCON is not just a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C0C0"/>
                </a:solidFill>
                <a:latin typeface="Calibri"/>
              </a:rPr>
              <a:t>It is the moment two of the world's most audacious brands
decide that giving people wings means launching them
into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914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✅  Formal JV formation &amp; governance structure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✅  Commit to 3 pilot flights in Year 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✅  Allocate $80M seed capital (60/40 split)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✅  Assign dedicated team from both organisations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✅  12-month exclusive partnership lock-in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4114800"/>
            <a:ext cx="5303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"The next great adventure isn't watching someone go to space.
It's going yourself — with Red Bull in your veins and
a SpaceX rocket beneath your feet."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RED FALCON  |  redffalcon.com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